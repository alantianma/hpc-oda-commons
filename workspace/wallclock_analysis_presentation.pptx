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Wallclock Distribution Analysis</a:t>
            </a:r>
            <a:br/>
            <a:r>
              <a:t>for Mixture-of-Experts</a:t>
            </a:r>
          </a:p>
          <a:p>
            <a:pPr algn="ctr">
              <a:defRPr sz="2000">
                <a:solidFill>
                  <a:srgbClr val="BBDEFB"/>
                </a:solidFill>
              </a:defRPr>
            </a:pPr>
            <a:r>
              <a:t>Issue #124 — Statistical Analysis of HPC Job Wallclock Clustering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Observation: Jobs Cluster at Partition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HPC systems divide their nodes into partitions, each with a max wallclock limit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short partition: max 2h or 4h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standard partition: max 24h or 48h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debug partition: max 30min or 1h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When users submit, they request wallclock at or near the partition maximum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This is rational: requesting more is free, running out kills your job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Result: wallclock_requested values pile up at a small set of round numbers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On Kestrel, 54% of all jobs request exactly 2 hours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On Eagle, 47% request exactly 4 hours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These are not coincidences — they are the partition limits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Wallclock Clustering: Where Jobs Pile 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2286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Biggest cluster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2nd cluster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3rd cluster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% at top 3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Kestrel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2h (54.3%)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48h (8.8%)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24h (6.5%)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69.6%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Eagle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4h (47.4%)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48h (17.0%)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24h (6.6%)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71.0%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8h (22.3%)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0.5h (21.1%)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12h (12.4%)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55.8%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PM100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24h (28.1%)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0.5h (22.7%)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4h (5.9%)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Fugaku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72h (12.6%)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24h (11.4%)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12h (8.2%)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32.2%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CC-IN2P3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120h (16.2%)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24h (11.6%)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12h (8.3%)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This Matters for Runtime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Different wallclock clusters = different job populations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On Kestrel: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2h cluster: median actual runtime = 115 seconds (quick data jobs)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48h cluster: median actual runtime = 5,434 seconds (long simulations)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That is a 47x difference in typical runtime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 single model must predict both populations simultaneously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It compromises — decent at both, great at neither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The idea: what if we trained a specialized model for each cluster?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Expert 1: trained only on 2h jobs — learns patterns of quick work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Expert 2: trained only on 48h jobs — learns patterns of long simulations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Route each new job to the right expert based on its wallclock request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Users Massively Over-Request Wallclock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Median wallclock utilization (actual / requested) is typically 1-5%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Kestrel examples: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Jobs requesting &gt;= 2h: 66% finished in under 1 hour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Jobs requesting &gt;= 24h: 78% finished in under 19 hours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Jobs requesting &gt;= 48h: median actual runtime is only 5,434s (1.5h)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This means: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The requested wallclock tells you the JOB TYPE, not the actual runtime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A '48h request' really means 'this is a long simulation job'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A '2h request' really means 'this is a quick data/debug job'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So wallclock_requested is a proxy for user intent and job category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Not a direct predictor of runtime, but a strong routing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Does Clustering Actually Reduce Prediction Difficulty?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 measure this, we use Coefficient of Variation (CV)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CV = standard deviation / mean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Lower CV = more predictable, easier for a model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Example: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Global CV (all Kestrel jobs together): ~4.3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Per-cluster CV (jobs grouped by wallclock spike): ~2.5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Reduction: ~40%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This means: knowing which cluster a job belongs to makes prediction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about 40% easier (measured by relative spread of runtimes)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BUT: per-cluster CV is still high (~2.5)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Within each cluster, runtimes still vary widely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Clustering helps, but it does not solve the prediction problem alone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Variance Reduction Across Datasets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  <a:gridCol w="1371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Global CV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Per-cluster CV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Reduction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Kestrel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Strong benefit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Eagle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~4.5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~38%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Strong benefit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Strong benefit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PM100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~3.8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~2.3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~39%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Strong benefit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Fugaku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Moderate benefit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CC-IN2P3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~2.2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~37%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Moderate benefit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Universal vs Site-Specific Boundaries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9601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4572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Wallclock value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 Datasets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Nature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Kestrel, Eagle, Fugaku, PM100, CC-IN2P3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Universal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48h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Kestrel, Eagle, CC-IN2P3, Fugaku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Universal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Kestrel, Eagle, PM100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Common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3+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Fugaku, CC-IN2P3, Lassen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Common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Kestrel, Eagle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NLR-specific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72h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Fugaku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Fugaku-specific (3-day limit)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0.5h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Lassen, PM100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Debug queue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120h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CC-IN2P3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CC-IN2P3-specific (5-day limit)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Key Question: Does XGBoost Already Capture This?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XGBoost currently has wallclock_requested as a feature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It can already learn: 'if wallclock &lt; 7200 then predict low'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A single tree can split on wallclock just like we would split the data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So separate expert models might just reproduce what the tree already does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But with LESS training data per model (since we split the data)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Note: partition is a coarser version of wallclock — it tells you the max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allowed wallclock, but a user on a 4h partition could request 1h or 4h.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requested_seconds is the more specific signal.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 prove mixture-of-experts adds value, we need a 3-way comparison: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1. Single model WITHOUT wallclock as a feature (baseline)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2. Single model WITH wallclock (current default)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3. Separate expert per wallclock cluster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Only if #3 beats #2 is the extra complexity justified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Findings from the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STRONG CLUSTERING EXISTS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54-71% of jobs cluster at just 3 wallclock values per system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These are real partition limits, not arbitrary numbers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CLUSTERS ARE DIFFERENT POPULATIONS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47x difference in median runtime between Kestrel's 2h and 48h clusters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Different users, different workloads, different patterns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USERS OVER-REQUEST BY 20-100x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Wallclock encodes job type/intent more than expected duration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CLUSTERING REDUCES VARIANCE BY ~40%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But per-cluster variance is still high — not a silver bullet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SOME BOUNDARIES ARE UNIVERSAL (24h, 48h), OTHERS SITE-SPECIFIC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A general system would need auto-detection or configuration per site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Run the 3-way comparison experiment on Kestrel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No wallclock vs with wallclock vs separate experts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Determine if separate experts beat a single model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Use detected spikes as natural bin boundaries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Kestrel: 2h / 4h / 24h / 48h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Eagle: 4h / 24h / 48h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Combine with log_target (issue #123)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Per-cluster model + log-transform = each expert sees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a more compressed, more predictable distribution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Handle bin boundaries carefully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Boundaries must come from training data only (no leakage)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Or use documented partition limits (public system config)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5. If proof-of-concept succeeds on Kestrel, generalize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