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38404800" cy="38404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828800" y="914400"/>
            <a:ext cx="347472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8000" b="1"/>
            </a:pPr>
            <a:r>
              <a:t>Wallclock Distribution Analysis for Mixture-of-Experts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28800" y="4572000"/>
            <a:ext cx="10972800" cy="2743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200"/>
            </a:pPr>
            <a:r>
              <a:t>Key Findings from the Analysis</a:t>
            </a:r>
            <a:br/>
            <a:br/>
            <a:r>
              <a:t>1. STRONG CLUSTERING EXISTS</a:t>
            </a:r>
            <a:br/>
            <a:r>
              <a:t>54-71% of jobs cluster at just 3 wallclock values per system. These are real partition limits, not arbitrary numbers.</a:t>
            </a:r>
            <a:br/>
            <a:br/>
            <a:r>
              <a:t>2. CLUSTERS ARE DIFFERENT POPULATIONS</a:t>
            </a:r>
            <a:br/>
            <a:r>
              <a:t>47x difference in median runtime between Kestrel's 2h and 48h clusters. Different users, different workloads, different patterns.</a:t>
            </a:r>
            <a:br/>
            <a:br/>
            <a:r>
              <a:t>3. USERS OVER-REQUEST BY 20-100x</a:t>
            </a:r>
            <a:br/>
            <a:r>
              <a:t>Wallclock encodes job type/intent more than expected duration.</a:t>
            </a:r>
            <a:br/>
            <a:br/>
            <a:r>
              <a:t>4. CLUSTERING REDUCES VARIANCE BY ~40%</a:t>
            </a:r>
            <a:br/>
            <a:r>
              <a:t>But per-cluster variance is still high — not a silver bullet.</a:t>
            </a:r>
            <a:br/>
            <a:br/>
            <a:r>
              <a:t>5. SOME BOUNDARIES ARE UNIVERSAL (24h, 48h), OTHERS SITE-SPECIFIC</a:t>
            </a:r>
            <a:br/>
            <a:r>
              <a:t>A general system would need auto-detection or configuration per site.</a:t>
            </a:r>
          </a:p>
        </p:txBody>
      </p:sp>
      <p:pic>
        <p:nvPicPr>
          <p:cNvPr id="4" name="Picture 3" descr="Screenshot 2026-08-18 at 12.28.11 P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00" y="4572000"/>
            <a:ext cx="10972800" cy="5705856"/>
          </a:xfrm>
          <a:prstGeom prst="rect">
            <a:avLst/>
          </a:prstGeom>
        </p:spPr>
      </p:pic>
      <p:pic>
        <p:nvPicPr>
          <p:cNvPr id="5" name="Picture 4" descr="Screenshot 2026-08-18 at 12.27.43 P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716000" y="12344400"/>
            <a:ext cx="10972800" cy="5247861"/>
          </a:xfrm>
          <a:prstGeom prst="rect">
            <a:avLst/>
          </a:prstGeom>
        </p:spPr>
      </p:pic>
      <p:pic>
        <p:nvPicPr>
          <p:cNvPr id="6" name="Picture 5" descr="Screenshot 2026-08-18 at 12.27.38 PM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3716000" y="20116800"/>
            <a:ext cx="10972800" cy="5250426"/>
          </a:xfrm>
          <a:prstGeom prst="rect">
            <a:avLst/>
          </a:prstGeom>
        </p:spPr>
      </p:pic>
      <p:pic>
        <p:nvPicPr>
          <p:cNvPr id="7" name="Picture 6" descr="Screenshot 2026-08-18 at 12.27.33 PM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3716000" y="27889200"/>
            <a:ext cx="10972800" cy="5308783"/>
          </a:xfrm>
          <a:prstGeom prst="rect">
            <a:avLst/>
          </a:prstGeom>
        </p:spPr>
      </p:pic>
      <p:pic>
        <p:nvPicPr>
          <p:cNvPr id="8" name="Picture 7" descr="Screenshot 2026-08-18 at 12.27.26 PM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5603200" y="4572000"/>
            <a:ext cx="10972800" cy="5367988"/>
          </a:xfrm>
          <a:prstGeom prst="rect">
            <a:avLst/>
          </a:prstGeom>
        </p:spPr>
      </p:pic>
      <p:pic>
        <p:nvPicPr>
          <p:cNvPr id="9" name="Picture 8" descr="Screenshot 2026-08-18 at 12.27.21 PM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5603200" y="12344400"/>
            <a:ext cx="10972800" cy="5338119"/>
          </a:xfrm>
          <a:prstGeom prst="rect">
            <a:avLst/>
          </a:prstGeom>
        </p:spPr>
      </p:pic>
      <p:pic>
        <p:nvPicPr>
          <p:cNvPr id="10" name="Picture 9" descr="Screenshot 2026-08-18 at 12.27.13 PM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25603200" y="20116800"/>
            <a:ext cx="10972800" cy="5387009"/>
          </a:xfrm>
          <a:prstGeom prst="rect">
            <a:avLst/>
          </a:prstGeom>
        </p:spPr>
      </p:pic>
      <p:pic>
        <p:nvPicPr>
          <p:cNvPr id="11" name="Picture 10" descr="Screenshot 2026-08-18 at 12.27.04 PM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5603200" y="27889200"/>
            <a:ext cx="10972800" cy="5505994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