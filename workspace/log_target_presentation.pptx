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Log-Target Transform for</a:t>
            </a:r>
            <a:br/>
            <a:r>
              <a:t>HPC Runtime Prediction</a:t>
            </a:r>
          </a:p>
          <a:p>
            <a:pPr algn="ctr">
              <a:defRPr sz="2000">
                <a:solidFill>
                  <a:srgbClr val="BBDEFB"/>
                </a:solidFill>
              </a:defRPr>
            </a:pPr>
            <a:r>
              <a:t>Issue #123 — Feature Implementation &amp;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Problem: Heavy-Tailed Runtime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HPC job runtimes span 5+ orders of magnitude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Kestrel: median = 143s, p99 = 172,803s (1,208x ratio)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Eagle: median = 103s, p99 = 172,810s (1,678x ratio)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XGBoost, Random Forest, and MLP minimize squared error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Squared error of a 460,000s error = 212 BILLION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Squared error of a 100s error = 10,000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Result: the model obsesses over rare long jobs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while ignoring the majority of short/medium jobs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Squared Error Dominance by Job Length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7432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 (50% over)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Abs Error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Squared Error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143s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214s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3,600s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5,400s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3,240,000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86,400s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129,600s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1,866,240,000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500,000s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750,000s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250,000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62,500,000,000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921,003s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1,381,504s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460,502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212,061,631,502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74.7%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Solution: Train in Log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Instead of predicting runtime directly, predict log1p(runtime)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What log1p does to the numbers: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143s     -&gt; 4.97    (short job)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3,600s   -&gt; 8.19    (1 hour)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172,803s -&gt; 12.06   (48 hours)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921,003s -&gt; 13.73   (max)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In log space, short and long jobs are only 2-3x apart (not 1,200x)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Each job contributes ~equally to squared error in log space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Back-transform with expm1() after prediction; clip to &gt;= 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Metrics computed on original scale (seconds) for comparability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Implementation (2 lines of core logic)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Added to RollingTabularConfig:  log_target: bool = False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Before model.fit():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fit_targets = np.log1p(np.maximum(y_train, 0))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After model.predict():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pred = np.maximum(np.expm1(pred), 0.0)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Pattern already exists in TF-IDF kNN model (same codebase)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All three tabular models (XGBoost, RF, MLP) get this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automatically via RollingTabularModel inheritance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Default is OFF — existing benchmarks unchanged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Accuracy Results: log_target=True vs False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Skew (p99/p50)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Rows Scored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MAE (raw)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MAE (log)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MAE Change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RMSE Change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PM100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~400x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1,234s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891s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-27.8%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+9.6%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Lassen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15x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2,099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3,731s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3,754s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+15.8%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Atlas Mustang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~820x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2,803s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3,041s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+8.5%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+42.8%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the Results Tell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PM100 (extreme skew, ~400x): MAE improved 28%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Log-transform helps typical jobs by reducing tail dominance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Lassen (moderate skew, 15x): No MAE change, RMSE worse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Distribution isn't skewed enough to benefit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Atlas Mustang (many short jobs): Both metrics worse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Log compression may overcorrect when most jobs are very short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RMSE consistently worse because log-space model underpredicts the tail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The exact tradeoff GPT's review predicted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Conclusion: log_target helps heavily-skewed datasets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but should NOT be the default — depends on distribution shape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Testing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Correctness tests (always run):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Non-negative predictions after expm1 back-transform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log_target=False matches default behavior exactly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log1p/expm1 mathematical roundtrip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Negative clip works correctly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Model runs without exceptions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Accuracy tests (marked @slow, require downloaded data):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Compare MAE/RMSE on PM100, Lassen, Atlas Mustang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Report percentage change, not assert improvement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Because improvement depends on dataset characteristics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All tests in dedicated file: tests/unit/test_log_target.py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Default is OFF (log_target=False)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Existing benchmarks produce identical results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Metrics always on original scale (seconds)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Results remain comparable across settings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Clip predictions to &gt;= 0 after expm1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Prevents impossible negative runtimes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Not asserting improvement in tests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Benchmarks on real data determine when to enable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Follows existing TF-IDF kNN pattern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Consistent API across all models in the codebase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Run full benchmark matrix with log_target=True on all datasets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Determine which datasets benefit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Report per-decile error (not just overall MAE/RMSE)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Understand where predictions improve vs degrade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Track underprediction rate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Jobs that run out of walltime are expensive failures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Consider dataset-specific recipe defaults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Enable log_target in recipes for highly-skewed datasets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Evaluate interaction with issue #122 (feature allowlist)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Current results include post-hoc feature leakage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Alternative Approach: Pseudo-Huber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Instead of transforming the target, change how XGBoost penalizes errors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reg:squarederror (current default):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Penalty = (prediction - actual)^2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Big errors get squared → massive penalty → dominates training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reg:pseudohubererror (new option):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Small errors: penalty ≈ squared (like normal)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Large errors: penalty ≈ linear (doesn't explode)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Transition controlled by huber_slope parameter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Key advantage: model still predicts in seconds directly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No log transform needed, no back-transform, no clip-to-zero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The tree just adjusts its splits differently during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Three Approaches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squarederror (current default)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Predicts: seconds    Loss: (pred - actual)^2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Problem: rare long jobs dominate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log_target (approach 1)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Predicts: log space → back-transform to seconds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Loss: (pred_log - actual_log)^2  (all jobs equal weight)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Tradeoff: may underpredict tail, needs expm1 + clip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pseudohuber (approach 2)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Predicts: seconds directly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Loss: smooth blend of squared (small errors) + linear (large errors)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Tradeoff: XGBoost only (not RF or MLP), needs tuning huber_slope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Full Results: All Three Approaches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9144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371600"/>
                <a:gridCol w="1371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MAE vs Default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PM100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squarederror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1,234s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3,346s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PM100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log_target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891s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3,666s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-27.8%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PM100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pseudohuber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1,227s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3,794s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-0.6%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squarederror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3,731s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8,368s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Lassen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log_target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3,754s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9,690s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pseudohuber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3,170s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6,650s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-15.0%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Atlas Mustang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squarederror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2,803s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5,150s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Atlas Mustang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log_target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3,041s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7,355s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+8.5%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Atlas Mustang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pseudohuber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3,048s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6,581s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+8.7%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Findings: Which Approach Wins?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No single approach wins everywhere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PM100 (extreme skew, ~400x):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log_target wins MAE by 28% — compresses scale effectively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pseudohuber barely helps — slope=1000 may be too conservative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Lassen (moderate skew, 15x):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pseudohuber wins both MAE (-15%) and RMSE (-20%)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log_target makes things slightly worse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Atlas Mustang (many short jobs):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Neither alternative helps — both slightly worse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The default squared error is already appropriate here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Takeaway: dataset characteristics determine the best approach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Both options should remain available, neither should be default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Updated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Run full benchmark matrix with both options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→ Characterize which datasets benefit from which approach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Explore huber_slope tuning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→ 1000 may be too conservative for Kestrel/Eagle (extreme skew)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→ Lower slope = more outlier robustness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Consider combining approaches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→ log_target + pseudohuber together?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→ Per-dataset auto-selection based on skew ratio?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Interaction with issue #122 (feature allowlist)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→ Current results include post-hoc feature leakage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→ Re-run after allowlist fix for cleaner comparison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Add to recipe YAML spec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→ objective: reg:pseudohubererror in recipe split 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